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7E6F-C467-B330-7ED8-8AB73EE5C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AD6226-3CAD-3511-E149-4AC9750E5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FB40B-F5C5-2C83-7712-AEB83498F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E30FC-C644-E383-7D1B-0AD3B81E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4D5F7-0AB8-B60A-FD38-A012F7720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5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23E6-1D44-49F5-3AED-B6FEFC304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02C04-0BC9-ED30-BC4F-61D053B8B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8ECD8-EB88-6603-CB78-C7882F0E8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A8A2B-00E0-E0D6-E0CA-18CD80F12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A028C-AA39-481D-C9F0-6E7D70B5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5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08C4-4866-CFCA-73C5-B16694F2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4B3CF-EBA5-117D-7D27-56E80E850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07C75-D4E8-1ABF-7D14-7A3FFC66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D80B8-B0CA-3D62-7055-6DB74C18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2E009-E90C-D212-7CD2-2B1E0B8FE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2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E6966-DD3A-D768-E9AE-8A0EF52BE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FFD91-4C3E-2657-7DEB-8785CED1F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08E07-EDB6-2899-682C-C67AC493DD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DC18C-199B-4A7F-AEF1-5CCD49FE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E8C9C-3C86-409C-EE22-CFBB13E2B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1212FE-13E0-C832-0DE7-E4AA814C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2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917A8-419F-C077-3D14-7A6F6432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90850-E785-4C87-7C62-7E79A1860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C7CFDE-C3B6-93C2-5770-348B4DE4F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2B43B0-CC29-8967-6DD5-A345E23AAC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913AF1-3C25-37E9-7900-B832B1DD1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0E0E6E-1DE8-24EF-B89B-509AB3B46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0D053-7343-AF0B-E3EA-4722769F9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42A0E-D87A-96E0-3CD9-EAFFD5A2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5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C2917-9E96-B374-AD23-B4E76D72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68DF13-D45D-38A8-63CD-EE73B4278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DF4743-96CC-7402-A1DE-42D0299C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C82A90-2338-2139-41FF-D9B940370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1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4E69FA-4B12-9E83-0ED1-06E397D40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D93D2-244F-2EA0-B235-C3E7BB3A2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7B8E1-6595-DEDC-4181-2F78D262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0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56B9-26A1-1B12-9D4A-A7AB63CFB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18B43-FBB1-D121-F6FA-0728FED66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09238-C005-9742-0077-4A5008E50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4EEB6-C2DD-AD9A-E76C-56920707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053EB-4F88-FAA4-125F-693D7F458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D4CB8-0FFF-CB18-679C-D07511B1C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1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68BFA-06C6-A8B5-BAA5-C15489567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B4C9B-97AF-174F-3323-5D06250B1D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95B38-63B0-7E8C-07A7-9F4B0E24F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1A918-F9C8-81F4-BA9C-23FB08B31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85FD0-DD05-56B4-0910-C759BB90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A94C6-C6DB-B5ED-B07E-3E27CDAA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41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70003-E414-130E-DA6D-9640AAD7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5A729-063E-4306-A567-A893DDF9E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7648F-36B2-593C-7432-450449CDE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F7319-BA09-A05F-8343-862510E1F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3BEC3-E5F9-4F5A-D7EF-935EFAF1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18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759743-76A6-AD93-27FE-75DF4867EB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B87D3-DB5C-236C-13D7-9027610A4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80C83-BEB7-7833-B614-8FC870C5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39C95-F19B-F12F-617F-C88368FC1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20CFE-AD8A-6C6F-BD8A-F96E4ADA2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83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DB8762-6340-AFEE-67D2-B07B6981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5BF9C-F77C-D14A-AE46-74713656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0C973-483F-9722-5537-0535BF6D8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40748-85F5-479B-9F20-82F09BC39E0F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7D19A-13B9-F268-A881-A65682C6E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5428E-67BA-E6D2-4292-D681D7AE0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11C92-FF49-4ACE-970D-EDEC54C6D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4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66AFAF-000A-36CE-4643-D3A56DFC63A9}"/>
              </a:ext>
            </a:extLst>
          </p:cNvPr>
          <p:cNvSpPr/>
          <p:nvPr/>
        </p:nvSpPr>
        <p:spPr>
          <a:xfrm>
            <a:off x="4638136" y="241540"/>
            <a:ext cx="2915728" cy="7763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u="sng" dirty="0"/>
              <a:t>Container Tag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A4D540-5417-1D67-7901-7A5049B2637F}"/>
              </a:ext>
            </a:extLst>
          </p:cNvPr>
          <p:cNvSpPr/>
          <p:nvPr/>
        </p:nvSpPr>
        <p:spPr>
          <a:xfrm>
            <a:off x="1692933" y="1285336"/>
            <a:ext cx="8806133" cy="1639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accent1"/>
                </a:solidFill>
              </a:rPr>
              <a:t>&lt;h1 color=“yellow”&gt;</a:t>
            </a:r>
            <a:r>
              <a:rPr lang="en-US" sz="4000" dirty="0"/>
              <a:t>Hello World&lt;/h1&gt;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CEF673-C278-2F42-D035-40E172F0EB42}"/>
              </a:ext>
            </a:extLst>
          </p:cNvPr>
          <p:cNvCxnSpPr/>
          <p:nvPr/>
        </p:nvCxnSpPr>
        <p:spPr>
          <a:xfrm flipV="1">
            <a:off x="1095555" y="2458529"/>
            <a:ext cx="1362973" cy="13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B9628E8-2037-DA9A-F4A8-F1D9F018040F}"/>
              </a:ext>
            </a:extLst>
          </p:cNvPr>
          <p:cNvSpPr/>
          <p:nvPr/>
        </p:nvSpPr>
        <p:spPr>
          <a:xfrm>
            <a:off x="211347" y="3804250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Opening Tag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0D397F-5B1C-D8E8-6537-25230CB2FFD5}"/>
              </a:ext>
            </a:extLst>
          </p:cNvPr>
          <p:cNvSpPr/>
          <p:nvPr/>
        </p:nvSpPr>
        <p:spPr>
          <a:xfrm>
            <a:off x="10212238" y="3717985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Closing Tag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1A965E-BA7D-814D-447D-40D995BAA843}"/>
              </a:ext>
            </a:extLst>
          </p:cNvPr>
          <p:cNvCxnSpPr>
            <a:cxnSpLocks/>
          </p:cNvCxnSpPr>
          <p:nvPr/>
        </p:nvCxnSpPr>
        <p:spPr>
          <a:xfrm rot="16200000" flipV="1">
            <a:off x="9742097" y="2363638"/>
            <a:ext cx="1362973" cy="13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2844E2B-05D8-6A29-FE80-38935AF0675E}"/>
              </a:ext>
            </a:extLst>
          </p:cNvPr>
          <p:cNvCxnSpPr>
            <a:cxnSpLocks/>
          </p:cNvCxnSpPr>
          <p:nvPr/>
        </p:nvCxnSpPr>
        <p:spPr>
          <a:xfrm rot="19740000" flipV="1">
            <a:off x="2934267" y="2648310"/>
            <a:ext cx="1362973" cy="13457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EC23DC-A671-81F7-25B0-F3C41BD868D3}"/>
              </a:ext>
            </a:extLst>
          </p:cNvPr>
          <p:cNvCxnSpPr>
            <a:cxnSpLocks/>
          </p:cNvCxnSpPr>
          <p:nvPr/>
        </p:nvCxnSpPr>
        <p:spPr>
          <a:xfrm flipH="1" flipV="1">
            <a:off x="5065176" y="2436556"/>
            <a:ext cx="914400" cy="1855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0B2D9A-B5C2-5F10-CBA7-464EC9F89580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7428458" y="2312390"/>
            <a:ext cx="1220025" cy="1953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BF1D07-241C-E5BE-690C-38FD8F281D63}"/>
              </a:ext>
            </a:extLst>
          </p:cNvPr>
          <p:cNvSpPr/>
          <p:nvPr/>
        </p:nvSpPr>
        <p:spPr>
          <a:xfrm>
            <a:off x="2489905" y="4270271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Attribute name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091C41-B0FB-52CA-6459-D8F9D5968376}"/>
              </a:ext>
            </a:extLst>
          </p:cNvPr>
          <p:cNvSpPr/>
          <p:nvPr/>
        </p:nvSpPr>
        <p:spPr>
          <a:xfrm>
            <a:off x="5065176" y="4292049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Attribute Value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384D48-9A6C-21FB-0ACB-4AB2201D88F5}"/>
              </a:ext>
            </a:extLst>
          </p:cNvPr>
          <p:cNvSpPr/>
          <p:nvPr/>
        </p:nvSpPr>
        <p:spPr>
          <a:xfrm>
            <a:off x="7764275" y="4266005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57235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BEE32B-E7DB-8305-2DAD-9DD71B81E921}"/>
              </a:ext>
            </a:extLst>
          </p:cNvPr>
          <p:cNvSpPr/>
          <p:nvPr/>
        </p:nvSpPr>
        <p:spPr>
          <a:xfrm>
            <a:off x="4638136" y="258793"/>
            <a:ext cx="2915728" cy="7763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i="1" u="sng" dirty="0"/>
              <a:t>Empty Tag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88761-13EA-C536-640C-85797223827D}"/>
              </a:ext>
            </a:extLst>
          </p:cNvPr>
          <p:cNvSpPr/>
          <p:nvPr/>
        </p:nvSpPr>
        <p:spPr>
          <a:xfrm>
            <a:off x="1692933" y="1224952"/>
            <a:ext cx="8806133" cy="163901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&lt;meta charset="UTF-8"&gt;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A5112-C0C6-1603-0C24-B8DC46C48511}"/>
              </a:ext>
            </a:extLst>
          </p:cNvPr>
          <p:cNvSpPr/>
          <p:nvPr/>
        </p:nvSpPr>
        <p:spPr>
          <a:xfrm>
            <a:off x="1890204" y="4115770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Opening Tag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625E05-35EA-3E2B-ED93-0C5E8424BAA7}"/>
              </a:ext>
            </a:extLst>
          </p:cNvPr>
          <p:cNvCxnSpPr>
            <a:cxnSpLocks/>
          </p:cNvCxnSpPr>
          <p:nvPr/>
        </p:nvCxnSpPr>
        <p:spPr>
          <a:xfrm flipV="1">
            <a:off x="2774412" y="2244436"/>
            <a:ext cx="1224933" cy="1871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CA3BD2B-923F-4C77-92DF-2DF05181A29B}"/>
              </a:ext>
            </a:extLst>
          </p:cNvPr>
          <p:cNvSpPr/>
          <p:nvPr/>
        </p:nvSpPr>
        <p:spPr>
          <a:xfrm>
            <a:off x="4542827" y="4115769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Attribute name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046787-6EDB-8AF8-2EC8-B5957FF399E8}"/>
              </a:ext>
            </a:extLst>
          </p:cNvPr>
          <p:cNvCxnSpPr>
            <a:cxnSpLocks/>
          </p:cNvCxnSpPr>
          <p:nvPr/>
        </p:nvCxnSpPr>
        <p:spPr>
          <a:xfrm flipV="1">
            <a:off x="5519317" y="2282416"/>
            <a:ext cx="0" cy="183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62BCF3-9879-A695-3C13-014914D7B0CF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7743524" y="2374980"/>
            <a:ext cx="1871335" cy="1740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6F5A9-6720-8B5E-5F6B-339E86691ECC}"/>
              </a:ext>
            </a:extLst>
          </p:cNvPr>
          <p:cNvSpPr/>
          <p:nvPr/>
        </p:nvSpPr>
        <p:spPr>
          <a:xfrm>
            <a:off x="8730651" y="4115768"/>
            <a:ext cx="1768415" cy="7418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Attribute value</a:t>
            </a:r>
          </a:p>
        </p:txBody>
      </p:sp>
    </p:spTree>
    <p:extLst>
      <p:ext uri="{BB962C8B-B14F-4D97-AF65-F5344CB8AC3E}">
        <p14:creationId xmlns:p14="http://schemas.microsoft.com/office/powerpoint/2010/main" val="3585698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36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Rashedul Hasan</dc:creator>
  <cp:lastModifiedBy>Rashedul Hasan</cp:lastModifiedBy>
  <cp:revision>1</cp:revision>
  <dcterms:created xsi:type="dcterms:W3CDTF">2025-12-02T18:45:42Z</dcterms:created>
  <dcterms:modified xsi:type="dcterms:W3CDTF">2025-12-02T19:11:15Z</dcterms:modified>
</cp:coreProperties>
</file>